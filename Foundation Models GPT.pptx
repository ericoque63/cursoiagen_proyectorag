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580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321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927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485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722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12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006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364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173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260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5153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0808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2527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7644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3668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2938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886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P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970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 smtClean="0"/>
              <a:t>Foundation</a:t>
            </a:r>
            <a:r>
              <a:rPr lang="es-PE" dirty="0" smtClean="0"/>
              <a:t> </a:t>
            </a:r>
            <a:r>
              <a:rPr lang="es-PE" dirty="0" err="1" smtClean="0"/>
              <a:t>Models</a:t>
            </a:r>
            <a:r>
              <a:rPr lang="es-PE" dirty="0"/>
              <a:t/>
            </a:r>
            <a:br>
              <a:rPr lang="es-PE" dirty="0"/>
            </a:br>
            <a:r>
              <a:rPr lang="es-PE" dirty="0"/>
              <a:t>GPT (</a:t>
            </a:r>
            <a:r>
              <a:rPr lang="es-PE" dirty="0" err="1"/>
              <a:t>OpenAI</a:t>
            </a:r>
            <a:r>
              <a:rPr lang="es-PE" dirty="0"/>
              <a:t>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(</a:t>
            </a:r>
            <a:r>
              <a:rPr lang="es-ES" dirty="0" err="1" smtClean="0"/>
              <a:t>Generative</a:t>
            </a:r>
            <a:r>
              <a:rPr lang="es-ES" dirty="0" smtClean="0"/>
              <a:t> pre-</a:t>
            </a:r>
            <a:r>
              <a:rPr lang="es-ES" dirty="0" err="1" smtClean="0"/>
              <a:t>trained</a:t>
            </a:r>
            <a:r>
              <a:rPr lang="es-ES" dirty="0" smtClean="0"/>
              <a:t> </a:t>
            </a:r>
            <a:r>
              <a:rPr lang="es-ES" dirty="0" err="1" smtClean="0"/>
              <a:t>transformer</a:t>
            </a:r>
            <a:r>
              <a:rPr lang="es-ES" dirty="0" smtClean="0"/>
              <a:t>)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738" y="1779814"/>
            <a:ext cx="3880653" cy="437673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232807" y="5576207"/>
            <a:ext cx="555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Elisa Rina Condorcallo Quequejana</a:t>
            </a:r>
            <a:endParaRPr lang="es-PE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32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GPT (</a:t>
            </a:r>
            <a:r>
              <a:rPr lang="es-PE" dirty="0" err="1"/>
              <a:t>Generative</a:t>
            </a:r>
            <a:r>
              <a:rPr lang="es-PE" dirty="0"/>
              <a:t> Pre‑</a:t>
            </a:r>
            <a:r>
              <a:rPr lang="es-PE" dirty="0" err="1"/>
              <a:t>trained</a:t>
            </a:r>
            <a:r>
              <a:rPr lang="es-PE" dirty="0"/>
              <a:t> </a:t>
            </a:r>
            <a:r>
              <a:rPr lang="es-PE" dirty="0" err="1" smtClean="0"/>
              <a:t>Transformer</a:t>
            </a:r>
            <a:r>
              <a:rPr lang="es-ES" dirty="0" smtClean="0"/>
              <a:t>)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6973"/>
          <a:stretch/>
        </p:blipFill>
        <p:spPr>
          <a:xfrm>
            <a:off x="1374816" y="2318659"/>
            <a:ext cx="9189770" cy="38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Importancia GPT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8720"/>
          <a:stretch/>
        </p:blipFill>
        <p:spPr>
          <a:xfrm>
            <a:off x="1154954" y="1926773"/>
            <a:ext cx="8637814" cy="460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Como funciona GPT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4518" y="5905629"/>
            <a:ext cx="10099576" cy="682950"/>
          </a:xfrm>
        </p:spPr>
        <p:txBody>
          <a:bodyPr/>
          <a:lstStyle/>
          <a:p>
            <a:r>
              <a:rPr lang="es-ES" dirty="0"/>
              <a:t>El modelo recibe un </a:t>
            </a:r>
            <a:r>
              <a:rPr lang="es-ES" b="1" dirty="0"/>
              <a:t>texto</a:t>
            </a:r>
            <a:r>
              <a:rPr lang="es-ES" dirty="0"/>
              <a:t> </a:t>
            </a:r>
            <a:r>
              <a:rPr lang="es-ES" b="1" dirty="0"/>
              <a:t>de entrada </a:t>
            </a:r>
            <a:r>
              <a:rPr lang="es-ES" dirty="0"/>
              <a:t>y predice el siguiente </a:t>
            </a:r>
            <a:r>
              <a:rPr lang="es-ES" dirty="0" err="1" smtClean="0"/>
              <a:t>token</a:t>
            </a:r>
            <a:r>
              <a:rPr lang="es-ES" dirty="0" smtClean="0"/>
              <a:t> (fragmento </a:t>
            </a:r>
            <a:r>
              <a:rPr lang="es-ES" dirty="0"/>
              <a:t>de palabra) con mayor </a:t>
            </a:r>
            <a:r>
              <a:rPr lang="es-ES" b="1" dirty="0"/>
              <a:t>probabilidad</a:t>
            </a:r>
            <a:r>
              <a:rPr lang="es-ES" dirty="0"/>
              <a:t> según el contexto.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t="19247"/>
          <a:stretch/>
        </p:blipFill>
        <p:spPr>
          <a:xfrm>
            <a:off x="635254" y="1776181"/>
            <a:ext cx="10398840" cy="408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5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Entrenamiento del modelo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09" y="2293484"/>
            <a:ext cx="11275093" cy="400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1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3311" y="614440"/>
            <a:ext cx="8761413" cy="706964"/>
          </a:xfrm>
        </p:spPr>
        <p:txBody>
          <a:bodyPr/>
          <a:lstStyle/>
          <a:p>
            <a:r>
              <a:rPr lang="es-ES" dirty="0" smtClean="0"/>
              <a:t>Aplicaciones de GPT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3549"/>
          <a:stretch/>
        </p:blipFill>
        <p:spPr>
          <a:xfrm>
            <a:off x="1934935" y="2029320"/>
            <a:ext cx="7707085" cy="441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3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Evolución de GPT: 2018-2024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085761"/>
            <a:ext cx="8682706" cy="438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2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Limitaciones e impacto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98922" y="5078185"/>
            <a:ext cx="3665764" cy="922565"/>
          </a:xfrm>
        </p:spPr>
        <p:txBody>
          <a:bodyPr>
            <a:normAutofit fontScale="62500" lnSpcReduction="20000"/>
          </a:bodyPr>
          <a:lstStyle/>
          <a:p>
            <a:r>
              <a:rPr lang="es-ES" b="1" dirty="0" smtClean="0"/>
              <a:t>Impacto ambiental: </a:t>
            </a:r>
            <a:r>
              <a:rPr lang="es-ES" dirty="0" smtClean="0"/>
              <a:t>Centro </a:t>
            </a:r>
            <a:r>
              <a:rPr lang="es-ES" dirty="0" smtClean="0"/>
              <a:t>de datos operando continuamente, alto </a:t>
            </a:r>
            <a:r>
              <a:rPr lang="es-ES" dirty="0" smtClean="0"/>
              <a:t>consumo </a:t>
            </a:r>
            <a:r>
              <a:rPr lang="es-ES" dirty="0" smtClean="0"/>
              <a:t>eléctrico, y emisiones de CO2 asociadas a </a:t>
            </a:r>
            <a:r>
              <a:rPr lang="es-ES" dirty="0" smtClean="0"/>
              <a:t>la infraestructura tecnológica. </a:t>
            </a:r>
            <a:r>
              <a:rPr lang="es-PE" dirty="0" smtClean="0"/>
              <a:t>El </a:t>
            </a:r>
            <a:r>
              <a:rPr lang="es-PE" dirty="0"/>
              <a:t>entrenamiento GPT-3 emite </a:t>
            </a:r>
            <a:r>
              <a:rPr lang="es-PE" b="1" dirty="0"/>
              <a:t>aproximadamente 552 toneladas métricas de CO2e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46" y="1791055"/>
            <a:ext cx="6772437" cy="485976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108" y="2290599"/>
            <a:ext cx="2620735" cy="260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5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190</TotalTime>
  <Words>87</Words>
  <Application>Microsoft Office PowerPoint</Application>
  <PresentationFormat>Panorámica</PresentationFormat>
  <Paragraphs>12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Sala de reuniones Ion</vt:lpstr>
      <vt:lpstr>Foundation Models GPT (OpenAI)</vt:lpstr>
      <vt:lpstr>GPT (Generative Pre‑trained Transformer)</vt:lpstr>
      <vt:lpstr>Importancia GPT</vt:lpstr>
      <vt:lpstr>Como funciona GPT</vt:lpstr>
      <vt:lpstr>Entrenamiento del modelo</vt:lpstr>
      <vt:lpstr>Aplicaciones de GPT</vt:lpstr>
      <vt:lpstr>Evolución de GPT: 2018-2024</vt:lpstr>
      <vt:lpstr>Limitaciones e impacto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GPT (OpenAI)</dc:title>
  <dc:creator>Condorcallo Quequejana, Elisa Rina (ERCQ)</dc:creator>
  <cp:lastModifiedBy>Condorcallo Quequejana, Elisa Rina (ERCQ)</cp:lastModifiedBy>
  <cp:revision>11</cp:revision>
  <dcterms:created xsi:type="dcterms:W3CDTF">2026-03-10T03:55:56Z</dcterms:created>
  <dcterms:modified xsi:type="dcterms:W3CDTF">2026-03-12T02:31:00Z</dcterms:modified>
</cp:coreProperties>
</file>